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D5D6"/>
          </a:solidFill>
        </a:fill>
      </a:tcStyle>
    </a:wholeTbl>
    <a:band2H>
      <a:tcTxStyle b="def" i="def"/>
      <a:tcStyle>
        <a:tcBdr/>
        <a:fill>
          <a:solidFill>
            <a:srgbClr val="EBEBE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AE4CB"/>
          </a:solidFill>
        </a:fill>
      </a:tcStyle>
    </a:wholeTbl>
    <a:band2H>
      <a:tcTxStyle b="def" i="def"/>
      <a:tcStyle>
        <a:tcBdr/>
        <a:fill>
          <a:solidFill>
            <a:srgbClr val="EDF2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2DFEA"/>
          </a:solidFill>
        </a:fill>
      </a:tcStyle>
    </a:wholeTbl>
    <a:band2H>
      <a:tcTxStyle b="def" i="def"/>
      <a:tcStyle>
        <a:tcBdr/>
        <a:fill>
          <a:solidFill>
            <a:srgbClr val="EAF0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1" name="Shape 16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Foto Technikum Tag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 txBox="1"/>
          <p:nvPr>
            <p:ph type="title" hasCustomPrompt="1"/>
          </p:nvPr>
        </p:nvSpPr>
        <p:spPr>
          <a:xfrm>
            <a:off x="3128963" y="3599414"/>
            <a:ext cx="5897563" cy="439154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Titel</a:t>
            </a:r>
          </a:p>
        </p:txBody>
      </p:sp>
      <p:sp>
        <p:nvSpPr>
          <p:cNvPr id="13" name="Textebene 1…"/>
          <p:cNvSpPr txBox="1"/>
          <p:nvPr>
            <p:ph type="body" sz="quarter" idx="1" hasCustomPrompt="1"/>
          </p:nvPr>
        </p:nvSpPr>
        <p:spPr>
          <a:xfrm>
            <a:off x="3128963" y="4294463"/>
            <a:ext cx="5897562" cy="35957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  <a:lvl2pPr algn="l">
              <a:defRPr>
                <a:solidFill>
                  <a:srgbClr val="FFFFFF"/>
                </a:solidFill>
              </a:defRPr>
            </a:lvl2pPr>
            <a:lvl3pPr algn="l">
              <a:defRPr>
                <a:solidFill>
                  <a:srgbClr val="FFFFFF"/>
                </a:solidFill>
              </a:defRPr>
            </a:lvl3pPr>
            <a:lvl4pPr algn="l">
              <a:defRPr>
                <a:solidFill>
                  <a:srgbClr val="FFFFFF"/>
                </a:solidFill>
              </a:defRPr>
            </a:lvl4pPr>
            <a:lvl5pPr algn="l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14" name="Grafik 8" descr="Grafik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5018" y="1916907"/>
            <a:ext cx="3366983" cy="212166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Foto Technikum Nach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"/>
          <p:cNvSpPr txBox="1"/>
          <p:nvPr>
            <p:ph type="title" hasCustomPrompt="1"/>
          </p:nvPr>
        </p:nvSpPr>
        <p:spPr>
          <a:xfrm>
            <a:off x="3133970" y="3599412"/>
            <a:ext cx="5861298" cy="439154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Titel</a:t>
            </a:r>
          </a:p>
        </p:txBody>
      </p:sp>
      <p:sp>
        <p:nvSpPr>
          <p:cNvPr id="23" name="Textebene 1…"/>
          <p:cNvSpPr txBox="1"/>
          <p:nvPr>
            <p:ph type="body" sz="quarter" idx="1" hasCustomPrompt="1"/>
          </p:nvPr>
        </p:nvSpPr>
        <p:spPr>
          <a:xfrm>
            <a:off x="3141784" y="4279053"/>
            <a:ext cx="5861296" cy="35957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  <a:lvl2pPr algn="l">
              <a:defRPr>
                <a:solidFill>
                  <a:srgbClr val="FFFFFF"/>
                </a:solidFill>
              </a:defRPr>
            </a:lvl2pPr>
            <a:lvl3pPr algn="l">
              <a:defRPr>
                <a:solidFill>
                  <a:srgbClr val="FFFFFF"/>
                </a:solidFill>
              </a:defRPr>
            </a:lvl3pPr>
            <a:lvl4pPr algn="l">
              <a:defRPr>
                <a:solidFill>
                  <a:srgbClr val="FFFFFF"/>
                </a:solidFill>
              </a:defRPr>
            </a:lvl4pPr>
            <a:lvl5pPr algn="l"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24" name="Grafik 4" descr="Grafik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5018" y="1916906"/>
            <a:ext cx="3366983" cy="2121661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el"/>
          <p:cNvSpPr txBox="1"/>
          <p:nvPr>
            <p:ph type="title" hasCustomPrompt="1"/>
          </p:nvPr>
        </p:nvSpPr>
        <p:spPr>
          <a:xfrm>
            <a:off x="3331747" y="3216528"/>
            <a:ext cx="5694780" cy="433139"/>
          </a:xfrm>
          <a:prstGeom prst="rect">
            <a:avLst/>
          </a:prstGeom>
        </p:spPr>
        <p:txBody>
          <a:bodyPr/>
          <a:lstStyle>
            <a:lvl1pPr algn="l">
              <a:defRPr sz="2700"/>
            </a:lvl1pPr>
          </a:lstStyle>
          <a:p>
            <a:pPr/>
            <a:r>
              <a:t>Titel</a:t>
            </a:r>
          </a:p>
        </p:txBody>
      </p:sp>
      <p:sp>
        <p:nvSpPr>
          <p:cNvPr id="33" name="Textebene 1…"/>
          <p:cNvSpPr txBox="1"/>
          <p:nvPr>
            <p:ph type="body" sz="quarter" idx="1" hasCustomPrompt="1"/>
          </p:nvPr>
        </p:nvSpPr>
        <p:spPr>
          <a:xfrm>
            <a:off x="3331745" y="3887999"/>
            <a:ext cx="5694780" cy="359570"/>
          </a:xfrm>
          <a:prstGeom prst="rect">
            <a:avLst/>
          </a:prstGeom>
        </p:spPr>
        <p:txBody>
          <a:bodyPr/>
          <a:lstStyle>
            <a:lvl1pPr algn="l"/>
            <a:lvl2pPr algn="l"/>
            <a:lvl3pPr algn="l"/>
            <a:lvl4pPr algn="l"/>
            <a:lvl5pPr algn="l"/>
          </a:lstStyle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34" name="Grafik 2" descr="Grafik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56" y="1020765"/>
            <a:ext cx="4171951" cy="2628901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el"/>
          <p:cNvSpPr txBox="1"/>
          <p:nvPr>
            <p:ph type="title" hasCustomPrompt="1"/>
          </p:nvPr>
        </p:nvSpPr>
        <p:spPr>
          <a:xfrm>
            <a:off x="3331747" y="3216528"/>
            <a:ext cx="5694780" cy="433139"/>
          </a:xfrm>
          <a:prstGeom prst="rect">
            <a:avLst/>
          </a:prstGeom>
        </p:spPr>
        <p:txBody>
          <a:bodyPr/>
          <a:lstStyle>
            <a:lvl1pPr algn="l">
              <a:defRPr sz="2700">
                <a:solidFill>
                  <a:srgbClr val="005A96"/>
                </a:solidFill>
              </a:defRPr>
            </a:lvl1pPr>
          </a:lstStyle>
          <a:p>
            <a:pPr/>
            <a:r>
              <a:t>Titel</a:t>
            </a:r>
          </a:p>
        </p:txBody>
      </p:sp>
      <p:sp>
        <p:nvSpPr>
          <p:cNvPr id="43" name="Textebene 1…"/>
          <p:cNvSpPr txBox="1"/>
          <p:nvPr>
            <p:ph type="body" sz="quarter" idx="1" hasCustomPrompt="1"/>
          </p:nvPr>
        </p:nvSpPr>
        <p:spPr>
          <a:xfrm>
            <a:off x="3331745" y="3887999"/>
            <a:ext cx="5694780" cy="35957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5A96"/>
                </a:solidFill>
              </a:defRPr>
            </a:lvl1pPr>
            <a:lvl2pPr algn="l">
              <a:defRPr>
                <a:solidFill>
                  <a:srgbClr val="005A96"/>
                </a:solidFill>
              </a:defRPr>
            </a:lvl2pPr>
            <a:lvl3pPr algn="l">
              <a:defRPr>
                <a:solidFill>
                  <a:srgbClr val="005A96"/>
                </a:solidFill>
              </a:defRPr>
            </a:lvl3pPr>
            <a:lvl4pPr algn="l">
              <a:defRPr>
                <a:solidFill>
                  <a:srgbClr val="005A96"/>
                </a:solidFill>
              </a:defRPr>
            </a:lvl4pPr>
            <a:lvl5pPr algn="l">
              <a:defRPr>
                <a:solidFill>
                  <a:srgbClr val="005A96"/>
                </a:solidFill>
              </a:defRPr>
            </a:lvl5pPr>
          </a:lstStyle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44" name="Grafik 4" descr="Grafik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7656" y="1020765"/>
            <a:ext cx="4171951" cy="262890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el"/>
          <p:cNvSpPr txBox="1"/>
          <p:nvPr>
            <p:ph type="title" hasCustomPrompt="1"/>
          </p:nvPr>
        </p:nvSpPr>
        <p:spPr>
          <a:xfrm>
            <a:off x="3059084" y="3582896"/>
            <a:ext cx="5216215" cy="531904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</a:lstStyle>
          <a:p>
            <a:pPr/>
            <a:r>
              <a:t>Titel</a:t>
            </a:r>
          </a:p>
        </p:txBody>
      </p:sp>
      <p:sp>
        <p:nvSpPr>
          <p:cNvPr id="53" name="Textebene 1…"/>
          <p:cNvSpPr txBox="1"/>
          <p:nvPr>
            <p:ph type="body" sz="quarter" idx="1" hasCustomPrompt="1"/>
          </p:nvPr>
        </p:nvSpPr>
        <p:spPr>
          <a:xfrm>
            <a:off x="3059084" y="4182295"/>
            <a:ext cx="5216215" cy="359570"/>
          </a:xfrm>
          <a:prstGeom prst="rect">
            <a:avLst/>
          </a:prstGeom>
        </p:spPr>
        <p:txBody>
          <a:bodyPr/>
          <a:lstStyle/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54" name="Grafik 3" descr="Grafik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701" y="-308648"/>
            <a:ext cx="7406599" cy="416621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873" y="3214291"/>
            <a:ext cx="2622134" cy="1652305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räsentations Titel(Arial Bold, 54pt)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Präsentations Titel(Arial Bold, 54pt)</a:t>
            </a:r>
          </a:p>
        </p:txBody>
      </p:sp>
      <p:sp>
        <p:nvSpPr>
          <p:cNvPr id="64" name="Textebene 1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räsentations Titel(Arial Bold, 54pt)"/>
          <p:cNvSpPr txBox="1"/>
          <p:nvPr>
            <p:ph type="title" hasCustomPrompt="1"/>
          </p:nvPr>
        </p:nvSpPr>
        <p:spPr>
          <a:xfrm>
            <a:off x="252000" y="1499455"/>
            <a:ext cx="8640000" cy="1080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A96"/>
                </a:solidFill>
              </a:defRPr>
            </a:lvl1pPr>
          </a:lstStyle>
          <a:p>
            <a:pPr/>
            <a:r>
              <a:t>Präsentations Titel(Arial Bold, 54pt)</a:t>
            </a:r>
          </a:p>
        </p:txBody>
      </p:sp>
      <p:sp>
        <p:nvSpPr>
          <p:cNvPr id="73" name="Textebene 1…"/>
          <p:cNvSpPr txBox="1"/>
          <p:nvPr>
            <p:ph type="body" sz="quarter" idx="1" hasCustomPrompt="1"/>
          </p:nvPr>
        </p:nvSpPr>
        <p:spPr>
          <a:xfrm>
            <a:off x="252000" y="2659502"/>
            <a:ext cx="8640000" cy="3595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rgbClr val="005A96"/>
                </a:solidFill>
              </a:defRPr>
            </a:lvl2pPr>
            <a:lvl3pPr>
              <a:defRPr>
                <a:solidFill>
                  <a:srgbClr val="005A96"/>
                </a:solidFill>
              </a:defRPr>
            </a:lvl3pPr>
            <a:lvl4pPr>
              <a:defRPr>
                <a:solidFill>
                  <a:srgbClr val="005A96"/>
                </a:solidFill>
              </a:defRPr>
            </a:lvl4pPr>
            <a:lvl5pPr>
              <a:defRPr>
                <a:solidFill>
                  <a:srgbClr val="005A96"/>
                </a:solidFill>
              </a:defRPr>
            </a:lvl5pPr>
          </a:lstStyle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74" name="Grafik 5" descr="Grafik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11313" y="3186161"/>
            <a:ext cx="3242516" cy="2043229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Folien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olien Überschrift 1 (Arial Bold, 36pt)"/>
          <p:cNvSpPr txBox="1"/>
          <p:nvPr>
            <p:ph type="title" hasCustomPrompt="1"/>
          </p:nvPr>
        </p:nvSpPr>
        <p:spPr>
          <a:xfrm>
            <a:off x="179999" y="114303"/>
            <a:ext cx="8775322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000000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83" name="Textebene 1…"/>
          <p:cNvSpPr txBox="1"/>
          <p:nvPr>
            <p:ph type="body" idx="1"/>
          </p:nvPr>
        </p:nvSpPr>
        <p:spPr>
          <a:xfrm>
            <a:off x="180001" y="607499"/>
            <a:ext cx="8775319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algn="l">
              <a:buFont typeface="Arial"/>
              <a:defRPr>
                <a:solidFill>
                  <a:srgbClr val="000000"/>
                </a:solidFill>
              </a:defRPr>
            </a:lvl2pPr>
            <a:lvl3pPr algn="l">
              <a:buFont typeface="Arial"/>
              <a:defRPr>
                <a:solidFill>
                  <a:srgbClr val="000000"/>
                </a:solidFill>
              </a:defRPr>
            </a:lvl3pPr>
            <a:lvl4pPr algn="l">
              <a:buFont typeface="Arial"/>
              <a:defRPr>
                <a:solidFill>
                  <a:srgbClr val="000000"/>
                </a:solidFill>
              </a:defRPr>
            </a:lvl4pPr>
            <a:lvl5pPr algn="l">
              <a:buFont typeface="Arial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84" name="Gerader Verbinder 9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Gerader Verbinder 23"/>
          <p:cNvSpPr/>
          <p:nvPr/>
        </p:nvSpPr>
        <p:spPr>
          <a:xfrm>
            <a:off x="0" y="4737151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87" name="Grafik 8" descr="Grafik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olien Überschrift 1 (Arial Bold, 36pt)"/>
          <p:cNvSpPr txBox="1"/>
          <p:nvPr>
            <p:ph type="title" hasCustomPrompt="1"/>
          </p:nvPr>
        </p:nvSpPr>
        <p:spPr>
          <a:xfrm>
            <a:off x="179999" y="114303"/>
            <a:ext cx="8784002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000000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95" name="Textebene 1…"/>
          <p:cNvSpPr txBox="1"/>
          <p:nvPr>
            <p:ph type="body" sz="half" idx="1"/>
          </p:nvPr>
        </p:nvSpPr>
        <p:spPr>
          <a:xfrm>
            <a:off x="179387" y="607499"/>
            <a:ext cx="4320001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lvl1pPr>
            <a:lvl2pPr algn="l">
              <a:buFont typeface="Arial"/>
              <a:defRPr>
                <a:solidFill>
                  <a:srgbClr val="000000"/>
                </a:solidFill>
              </a:defRPr>
            </a:lvl2pPr>
            <a:lvl3pPr algn="l">
              <a:buFont typeface="Arial"/>
              <a:defRPr>
                <a:solidFill>
                  <a:srgbClr val="000000"/>
                </a:solidFill>
              </a:defRPr>
            </a:lvl3pPr>
            <a:lvl4pPr algn="l">
              <a:buFont typeface="Arial"/>
              <a:defRPr>
                <a:solidFill>
                  <a:srgbClr val="000000"/>
                </a:solidFill>
              </a:defRPr>
            </a:lvl4pPr>
            <a:lvl5pPr algn="l">
              <a:buFont typeface="Arial"/>
              <a:defRPr>
                <a:solidFill>
                  <a:srgbClr val="000000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96" name="Textplatzhalter 2"/>
          <p:cNvSpPr/>
          <p:nvPr>
            <p:ph type="body" sz="half" idx="21"/>
          </p:nvPr>
        </p:nvSpPr>
        <p:spPr>
          <a:xfrm>
            <a:off x="4644614" y="607499"/>
            <a:ext cx="4320001" cy="4050002"/>
          </a:xfrm>
          <a:prstGeom prst="rect">
            <a:avLst/>
          </a:prstGeom>
        </p:spPr>
        <p:txBody>
          <a:bodyPr/>
          <a:lstStyle/>
          <a:p>
            <a:pPr marL="171446" indent="-171446" algn="l">
              <a:buSzPct val="100000"/>
              <a:buFont typeface="Arial"/>
              <a:buChar char="•"/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7" name="Gerader Verbinder 23"/>
          <p:cNvSpPr/>
          <p:nvPr/>
        </p:nvSpPr>
        <p:spPr>
          <a:xfrm>
            <a:off x="0" y="4729446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Gerader Verbinder 12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0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hteck 10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08" name="Folien Überschrift 1 (Arial Bold, 36pt)"/>
          <p:cNvSpPr txBox="1"/>
          <p:nvPr>
            <p:ph type="title" hasCustomPrompt="1"/>
          </p:nvPr>
        </p:nvSpPr>
        <p:spPr>
          <a:xfrm>
            <a:off x="180001" y="114303"/>
            <a:ext cx="8768792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109" name="Textebene 1…"/>
          <p:cNvSpPr txBox="1"/>
          <p:nvPr>
            <p:ph type="body" idx="1"/>
          </p:nvPr>
        </p:nvSpPr>
        <p:spPr>
          <a:xfrm>
            <a:off x="179999" y="607499"/>
            <a:ext cx="8768793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lvl1pPr>
            <a:lvl2pPr algn="l">
              <a:buFont typeface="Arial"/>
              <a:defRPr>
                <a:solidFill>
                  <a:srgbClr val="FFFFFF"/>
                </a:solidFill>
              </a:defRPr>
            </a:lvl2pPr>
            <a:lvl3pPr algn="l">
              <a:buFont typeface="Arial"/>
              <a:defRPr>
                <a:solidFill>
                  <a:srgbClr val="FFFFFF"/>
                </a:solidFill>
              </a:defRPr>
            </a:lvl3pPr>
            <a:lvl4pPr algn="l">
              <a:buFont typeface="Arial"/>
              <a:defRPr>
                <a:solidFill>
                  <a:srgbClr val="FFFFFF"/>
                </a:solidFill>
              </a:defRPr>
            </a:lvl4pPr>
            <a:lvl5pPr algn="l">
              <a:buFont typeface="Arial"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10" name="Gerader Verbinder 23"/>
          <p:cNvSpPr/>
          <p:nvPr/>
        </p:nvSpPr>
        <p:spPr>
          <a:xfrm>
            <a:off x="0" y="4729446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Gerader Verbinder 12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3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10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21" name="Folien Überschrift 1 (Arial Bold, 36pt)"/>
          <p:cNvSpPr txBox="1"/>
          <p:nvPr>
            <p:ph type="title" hasCustomPrompt="1"/>
          </p:nvPr>
        </p:nvSpPr>
        <p:spPr>
          <a:xfrm>
            <a:off x="180001" y="114303"/>
            <a:ext cx="8758518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122" name="Textebene 1…"/>
          <p:cNvSpPr txBox="1"/>
          <p:nvPr>
            <p:ph type="body" sz="half" idx="1"/>
          </p:nvPr>
        </p:nvSpPr>
        <p:spPr>
          <a:xfrm>
            <a:off x="179387" y="607499"/>
            <a:ext cx="4320001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lvl1pPr>
            <a:lvl2pPr algn="l">
              <a:buFont typeface="Arial"/>
              <a:defRPr>
                <a:solidFill>
                  <a:srgbClr val="FFFFFF"/>
                </a:solidFill>
              </a:defRPr>
            </a:lvl2pPr>
            <a:lvl3pPr algn="l">
              <a:buFont typeface="Arial"/>
              <a:defRPr>
                <a:solidFill>
                  <a:srgbClr val="FFFFFF"/>
                </a:solidFill>
              </a:defRPr>
            </a:lvl3pPr>
            <a:lvl4pPr algn="l">
              <a:buFont typeface="Arial"/>
              <a:defRPr>
                <a:solidFill>
                  <a:srgbClr val="FFFFFF"/>
                </a:solidFill>
              </a:defRPr>
            </a:lvl4pPr>
            <a:lvl5pPr algn="l">
              <a:buFont typeface="Arial"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23" name="Textplatzhalter 4"/>
          <p:cNvSpPr/>
          <p:nvPr>
            <p:ph type="body" sz="half" idx="21"/>
          </p:nvPr>
        </p:nvSpPr>
        <p:spPr>
          <a:xfrm>
            <a:off x="4615631" y="606216"/>
            <a:ext cx="4320001" cy="4050002"/>
          </a:xfrm>
          <a:prstGeom prst="rect">
            <a:avLst/>
          </a:prstGeom>
        </p:spPr>
        <p:txBody>
          <a:bodyPr/>
          <a:lstStyle/>
          <a:p>
            <a: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Gerader Verbinder 14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Gerader Verbinder 23"/>
          <p:cNvSpPr/>
          <p:nvPr/>
        </p:nvSpPr>
        <p:spPr>
          <a:xfrm>
            <a:off x="0" y="4729446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7" name="Grafik 11" descr="Grafik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hteck 10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35" name="Folien Überschrift 1 (Arial Bold, 36pt)"/>
          <p:cNvSpPr txBox="1"/>
          <p:nvPr>
            <p:ph type="title" hasCustomPrompt="1"/>
          </p:nvPr>
        </p:nvSpPr>
        <p:spPr>
          <a:xfrm>
            <a:off x="180001" y="114303"/>
            <a:ext cx="8758518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136" name="Textebene 1…"/>
          <p:cNvSpPr txBox="1"/>
          <p:nvPr>
            <p:ph type="body" idx="1"/>
          </p:nvPr>
        </p:nvSpPr>
        <p:spPr>
          <a:xfrm>
            <a:off x="179999" y="607499"/>
            <a:ext cx="8768793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lvl1pPr>
            <a:lvl2pPr algn="l">
              <a:buFont typeface="Arial"/>
              <a:defRPr>
                <a:solidFill>
                  <a:srgbClr val="FFFFFF"/>
                </a:solidFill>
              </a:defRPr>
            </a:lvl2pPr>
            <a:lvl3pPr algn="l">
              <a:buFont typeface="Arial"/>
              <a:defRPr>
                <a:solidFill>
                  <a:srgbClr val="FFFFFF"/>
                </a:solidFill>
              </a:defRPr>
            </a:lvl3pPr>
            <a:lvl4pPr algn="l">
              <a:buFont typeface="Arial"/>
              <a:defRPr>
                <a:solidFill>
                  <a:srgbClr val="FFFFFF"/>
                </a:solidFill>
              </a:defRPr>
            </a:lvl4pPr>
            <a:lvl5pPr algn="l">
              <a:buFont typeface="Arial"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37" name="Gerader Verbinder 12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Gerader Verbinder 23"/>
          <p:cNvSpPr/>
          <p:nvPr/>
        </p:nvSpPr>
        <p:spPr>
          <a:xfrm>
            <a:off x="0" y="4729446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0" name="Grafik 11" descr="Grafik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hteck 10"/>
          <p:cNvSpPr/>
          <p:nvPr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48" name="Folien Überschrift 1 (Arial Bold, 36pt)"/>
          <p:cNvSpPr txBox="1"/>
          <p:nvPr>
            <p:ph type="title" hasCustomPrompt="1"/>
          </p:nvPr>
        </p:nvSpPr>
        <p:spPr>
          <a:xfrm>
            <a:off x="179999" y="114303"/>
            <a:ext cx="8784002" cy="439153"/>
          </a:xfrm>
          <a:prstGeom prst="rect">
            <a:avLst/>
          </a:prstGeom>
        </p:spPr>
        <p:txBody>
          <a:bodyPr anchor="t"/>
          <a:lstStyle>
            <a:lvl1pPr algn="l">
              <a:defRPr sz="2700">
                <a:solidFill>
                  <a:srgbClr val="FFFFFF"/>
                </a:solidFill>
              </a:defRPr>
            </a:lvl1pPr>
          </a:lstStyle>
          <a:p>
            <a:pPr/>
            <a:r>
              <a:t>Folien Überschrift 1 (Arial Bold, 36pt)</a:t>
            </a:r>
          </a:p>
        </p:txBody>
      </p:sp>
      <p:sp>
        <p:nvSpPr>
          <p:cNvPr id="149" name="Textebene 1…"/>
          <p:cNvSpPr txBox="1"/>
          <p:nvPr>
            <p:ph type="body" sz="half" idx="1"/>
          </p:nvPr>
        </p:nvSpPr>
        <p:spPr>
          <a:xfrm>
            <a:off x="179387" y="607499"/>
            <a:ext cx="4320001" cy="4050002"/>
          </a:xfrm>
          <a:prstGeom prst="rect">
            <a:avLst/>
          </a:prstGeom>
        </p:spPr>
        <p:txBody>
          <a:bodyPr/>
          <a:lstStyle>
            <a:lvl1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lvl1pPr>
            <a:lvl2pPr algn="l">
              <a:buFont typeface="Arial"/>
              <a:defRPr>
                <a:solidFill>
                  <a:srgbClr val="FFFFFF"/>
                </a:solidFill>
              </a:defRPr>
            </a:lvl2pPr>
            <a:lvl3pPr algn="l">
              <a:buFont typeface="Arial"/>
              <a:defRPr>
                <a:solidFill>
                  <a:srgbClr val="FFFFFF"/>
                </a:solidFill>
              </a:defRPr>
            </a:lvl3pPr>
            <a:lvl4pPr algn="l">
              <a:buFont typeface="Arial"/>
              <a:defRPr>
                <a:solidFill>
                  <a:srgbClr val="FFFFFF"/>
                </a:solidFill>
              </a:defRPr>
            </a:lvl4pPr>
            <a:lvl5pPr algn="l">
              <a:buFont typeface="Arial"/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Textebene 1</a:t>
            </a:r>
          </a:p>
          <a:p>
            <a:pPr lvl="1"/>
            <a:r>
              <a:t>Textebene 2</a:t>
            </a:r>
          </a:p>
          <a:p>
            <a:pPr lvl="2"/>
            <a:r>
              <a:t>Textebene 3</a:t>
            </a:r>
          </a:p>
          <a:p>
            <a:pPr lvl="3"/>
            <a:r>
              <a:t>Textebene 4</a:t>
            </a:r>
          </a:p>
          <a:p>
            <a:pPr lvl="4"/>
            <a:r>
              <a:t>Textebene 5</a:t>
            </a:r>
          </a:p>
        </p:txBody>
      </p:sp>
      <p:sp>
        <p:nvSpPr>
          <p:cNvPr id="150" name="Textplatzhalter 4"/>
          <p:cNvSpPr/>
          <p:nvPr>
            <p:ph type="body" sz="half" idx="21"/>
          </p:nvPr>
        </p:nvSpPr>
        <p:spPr>
          <a:xfrm>
            <a:off x="4643999" y="607499"/>
            <a:ext cx="4320001" cy="4050002"/>
          </a:xfrm>
          <a:prstGeom prst="rect">
            <a:avLst/>
          </a:prstGeom>
        </p:spPr>
        <p:txBody>
          <a:bodyPr/>
          <a:lstStyle/>
          <a:p>
            <a:pPr marL="171446" indent="-171446" algn="l">
              <a:buSzPct val="100000"/>
              <a:buFont typeface="Arial"/>
              <a:buChar char="•"/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Gerader Verbinder 23"/>
          <p:cNvSpPr/>
          <p:nvPr/>
        </p:nvSpPr>
        <p:spPr>
          <a:xfrm>
            <a:off x="0" y="4729446"/>
            <a:ext cx="9144000" cy="1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Gerader Verbinder 14"/>
          <p:cNvSpPr/>
          <p:nvPr/>
        </p:nvSpPr>
        <p:spPr>
          <a:xfrm>
            <a:off x="8555052" y="4767638"/>
            <a:ext cx="1" cy="333634"/>
          </a:xfrm>
          <a:prstGeom prst="line">
            <a:avLst/>
          </a:prstGeom>
          <a:ln w="12700">
            <a:solidFill>
              <a:srgbClr val="A6A6A6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Foliennummer"/>
          <p:cNvSpPr txBox="1"/>
          <p:nvPr>
            <p:ph type="sldNum" sz="quarter" idx="2"/>
          </p:nvPr>
        </p:nvSpPr>
        <p:spPr>
          <a:xfrm>
            <a:off x="8796044" y="4842075"/>
            <a:ext cx="231278" cy="2147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4" name="Grafik 11" descr="Grafik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704300"/>
            <a:ext cx="696991" cy="43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äsentations Titel(Arial Bold, 54pt)"/>
          <p:cNvSpPr txBox="1"/>
          <p:nvPr>
            <p:ph type="title" hasCustomPrompt="1"/>
          </p:nvPr>
        </p:nvSpPr>
        <p:spPr>
          <a:xfrm>
            <a:off x="252000" y="1500739"/>
            <a:ext cx="8640000" cy="108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Präsentations Titel(Arial Bold, 54pt)</a:t>
            </a:r>
          </a:p>
        </p:txBody>
      </p:sp>
      <p:sp>
        <p:nvSpPr>
          <p:cNvPr id="3" name="Textebene 1…"/>
          <p:cNvSpPr txBox="1"/>
          <p:nvPr>
            <p:ph type="body" idx="1" hasCustomPrompt="1"/>
          </p:nvPr>
        </p:nvSpPr>
        <p:spPr>
          <a:xfrm>
            <a:off x="252000" y="2663033"/>
            <a:ext cx="8640000" cy="359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Untertitel / Autor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pic>
        <p:nvPicPr>
          <p:cNvPr id="4" name="Grafik 5" descr="Grafik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88826" y="3208646"/>
            <a:ext cx="3242515" cy="2043229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Foliennumm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xmlns:p14="http://schemas.microsoft.com/office/powerpoint/2010/main" spd="med" advClick="1"/>
  <p:txStyles>
    <p:titleStyle>
      <a:lvl1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r" defTabSz="68578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40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1pPr>
      <a:lvl2pPr marL="542911" marR="0" indent="-200020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2pPr>
      <a:lvl3pPr marL="962733" marR="0" indent="-276951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3pPr>
      <a:lvl4pPr marL="1414427" marR="0" indent="-300030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−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4pPr>
      <a:lvl5pPr marL="1731602" marR="0" indent="-360036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5pPr>
      <a:lvl6pPr marL="1991408" marR="0" indent="-276951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6pPr>
      <a:lvl7pPr marL="2334300" marR="0" indent="-276951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7pPr>
      <a:lvl8pPr marL="2677191" marR="0" indent="-276951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8pPr>
      <a:lvl9pPr marL="3020082" marR="0" indent="-276951" algn="r" defTabSz="685782" rtl="0" latinLnBrk="0">
        <a:lnSpc>
          <a:spcPct val="90000"/>
        </a:lnSpc>
        <a:spcBef>
          <a:spcPts val="3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100" u="none">
          <a:solidFill>
            <a:schemeClr val="accent1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el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Crosscutting Concepts</a:t>
            </a:r>
          </a:p>
        </p:txBody>
      </p:sp>
      <p:sp>
        <p:nvSpPr>
          <p:cNvPr id="164" name="Textplatzhalter 6"/>
          <p:cNvSpPr txBox="1"/>
          <p:nvPr>
            <p:ph type="body" sz="quarter" idx="1"/>
          </p:nvPr>
        </p:nvSpPr>
        <p:spPr>
          <a:xfrm>
            <a:off x="3059084" y="4182295"/>
            <a:ext cx="5216215" cy="359570"/>
          </a:xfrm>
          <a:prstGeom prst="rect">
            <a:avLst/>
          </a:prstGeom>
        </p:spPr>
        <p:txBody>
          <a:bodyPr/>
          <a:lstStyle>
            <a:lvl1pPr defTabSz="630920">
              <a:lnSpc>
                <a:spcPct val="81000"/>
              </a:lnSpc>
              <a:spcBef>
                <a:spcPts val="200"/>
              </a:spcBef>
              <a:defRPr sz="1932"/>
            </a:lvl1pPr>
          </a:lstStyle>
          <a:p>
            <a:pPr/>
            <a:r>
              <a:t>Software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ußzeilenplatzhalter 3"/>
          <p:cNvSpPr txBox="1"/>
          <p:nvPr/>
        </p:nvSpPr>
        <p:spPr>
          <a:xfrm>
            <a:off x="2839023" y="4860709"/>
            <a:ext cx="5582809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700"/>
            </a:lvl1pPr>
          </a:lstStyle>
          <a:p>
            <a:pPr/>
            <a:r>
              <a:t>Software Architecture</a:t>
            </a:r>
          </a:p>
        </p:txBody>
      </p:sp>
      <p:sp>
        <p:nvSpPr>
          <p:cNvPr id="167" name="Titel 5"/>
          <p:cNvSpPr txBox="1"/>
          <p:nvPr>
            <p:ph type="title"/>
          </p:nvPr>
        </p:nvSpPr>
        <p:spPr>
          <a:xfrm>
            <a:off x="179999" y="114303"/>
            <a:ext cx="8775322" cy="43915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Crosscutting Concepts</a:t>
            </a:r>
          </a:p>
        </p:txBody>
      </p:sp>
      <p:sp>
        <p:nvSpPr>
          <p:cNvPr id="168" name="Foliennummernplatzhalter 4"/>
          <p:cNvSpPr txBox="1"/>
          <p:nvPr>
            <p:ph type="sldNum" sz="quarter" idx="2"/>
          </p:nvPr>
        </p:nvSpPr>
        <p:spPr>
          <a:xfrm>
            <a:off x="8859612" y="4842075"/>
            <a:ext cx="167710" cy="2147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9" name="Textplatzhalter 6"/>
          <p:cNvSpPr txBox="1"/>
          <p:nvPr>
            <p:ph type="body" idx="1"/>
          </p:nvPr>
        </p:nvSpPr>
        <p:spPr>
          <a:xfrm>
            <a:off x="180001" y="607499"/>
            <a:ext cx="8775319" cy="2592901"/>
          </a:xfrm>
          <a:prstGeom prst="rect">
            <a:avLst/>
          </a:prstGeom>
        </p:spPr>
        <p:txBody>
          <a:bodyPr/>
          <a:lstStyle/>
          <a:p>
            <a:pPr marL="0" indent="0" defTabSz="651493">
              <a:spcBef>
                <a:spcPts val="200"/>
              </a:spcBef>
              <a:buSzTx/>
              <a:buNone/>
              <a:defRPr b="1" sz="1330"/>
            </a:pPr>
            <a:r>
              <a:t>Development concepts</a:t>
            </a:r>
            <a:endParaRPr sz="1520"/>
          </a:p>
          <a:p>
            <a:pPr marL="0" indent="0" defTabSz="651493">
              <a:spcBef>
                <a:spcPts val="200"/>
              </a:spcBef>
              <a:buSzTx/>
              <a:buNone/>
              <a:defRPr b="1" sz="1330"/>
            </a:pPr>
            <a:r>
              <a:t>CI/CD-Pipeline (GitHub Actions) für alle Services</a:t>
            </a:r>
          </a:p>
          <a:p>
            <a:pPr marL="127972" indent="-127972" defTabSz="651493">
              <a:spcBef>
                <a:spcPts val="200"/>
              </a:spcBef>
              <a:defRPr sz="1045"/>
            </a:pPr>
            <a:r>
              <a:t>Unit Tests (Jest), API-Integrationstests</a:t>
            </a:r>
          </a:p>
          <a:p>
            <a:pPr marL="162873" indent="-162873" defTabSz="651493">
              <a:spcBef>
                <a:spcPts val="200"/>
              </a:spcBef>
              <a:defRPr sz="1045"/>
            </a:pPr>
            <a:r>
              <a:t>Code Reviews via Pull Requests</a:t>
            </a:r>
          </a:p>
          <a:p>
            <a:pPr marL="127972" indent="-127972" defTabSz="651493">
              <a:spcBef>
                <a:spcPts val="200"/>
              </a:spcBef>
              <a:defRPr sz="1045"/>
            </a:pPr>
            <a:r>
              <a:t>Einheitliche Linting-Regeln (ESLint, Prettier)</a:t>
            </a:r>
          </a:p>
          <a:p>
            <a:pPr marL="207293" indent="-207293" defTabSz="651493">
              <a:spcBef>
                <a:spcPts val="200"/>
              </a:spcBef>
              <a:defRPr b="1" sz="1330"/>
            </a:pPr>
            <a:r>
              <a:t>Architecture and design patterns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Adapter Pattern für Pixlr-Integration (austauschbar)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API Gateway als zentraler Einstiegspunkt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Repository Pattern für Datenzugriff</a:t>
            </a:r>
          </a:p>
          <a:p>
            <a:pPr marL="108582" indent="-108582" defTabSz="651493">
              <a:spcBef>
                <a:spcPts val="200"/>
              </a:spcBef>
              <a:defRPr b="1" sz="1330"/>
            </a:pPr>
            <a:r>
              <a:t>Safety and security concepts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OAuth 2.0 + JWT für Authentifizierung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TLS 1.3, AES-256 Verschlüsselung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DSGVO: Datenlöschung, Consent-Management, EU-Hosting</a:t>
            </a:r>
          </a:p>
          <a:p>
            <a:pPr marL="85314" indent="-85314" defTabSz="651493">
              <a:spcBef>
                <a:spcPts val="200"/>
              </a:spcBef>
              <a:defRPr sz="1045"/>
            </a:pPr>
            <a:r>
              <a:t>Rate Limiting, Input-Validierung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ußzeilenplatzhalter 3"/>
          <p:cNvSpPr txBox="1"/>
          <p:nvPr/>
        </p:nvSpPr>
        <p:spPr>
          <a:xfrm>
            <a:off x="2839023" y="4860709"/>
            <a:ext cx="5582809" cy="17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700"/>
            </a:lvl1pPr>
          </a:lstStyle>
          <a:p>
            <a:pPr/>
            <a:r>
              <a:t>Software Architecture</a:t>
            </a:r>
          </a:p>
        </p:txBody>
      </p:sp>
      <p:sp>
        <p:nvSpPr>
          <p:cNvPr id="172" name="Titel 5"/>
          <p:cNvSpPr txBox="1"/>
          <p:nvPr>
            <p:ph type="title"/>
          </p:nvPr>
        </p:nvSpPr>
        <p:spPr>
          <a:xfrm>
            <a:off x="179999" y="114303"/>
            <a:ext cx="8775322" cy="43915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/>
            <a:r>
              <a:t>Decisions</a:t>
            </a:r>
          </a:p>
        </p:txBody>
      </p:sp>
      <p:sp>
        <p:nvSpPr>
          <p:cNvPr id="173" name="Foliennummernplatzhalter 4"/>
          <p:cNvSpPr txBox="1"/>
          <p:nvPr>
            <p:ph type="sldNum" sz="quarter" idx="2"/>
          </p:nvPr>
        </p:nvSpPr>
        <p:spPr>
          <a:xfrm>
            <a:off x="8859612" y="4842075"/>
            <a:ext cx="167710" cy="2147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aphicFrame>
        <p:nvGraphicFramePr>
          <p:cNvPr id="174" name="Table 1"/>
          <p:cNvGraphicFramePr/>
          <p:nvPr/>
        </p:nvGraphicFramePr>
        <p:xfrm>
          <a:off x="179999" y="607499"/>
          <a:ext cx="8775318" cy="148336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925106"/>
                <a:gridCol w="2925106"/>
                <a:gridCol w="2925106"/>
              </a:tblGrid>
              <a:tr h="370840">
                <a:tc>
                  <a:txBody>
                    <a:bodyPr/>
                    <a:lstStyle/>
                    <a:p>
                      <a:pPr algn="l" defTabSz="685782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Context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Consequences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Multiple microservices each need authentication, rate limiting, and routing logic.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We will use an API Gateway (e.g. Kong / AWS API Gateway) as a single entry point handling auth, routing, and rate limiting.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/>
                      <a:r>
                        <a:t>+ Unified security layer</a:t>
                      </a:r>
                    </a:p>
                    <a:p>
                      <a:pPr algn="l" defTabSz="685782"/>
                      <a:r>
                        <a:t>+ Single endpoint for clients</a:t>
                      </a:r>
                    </a:p>
                    <a:p>
                      <a:pPr algn="l" defTabSz="685782"/>
                      <a:r>
                        <a:t>- Single point of failure</a:t>
                      </a:r>
                    </a:p>
                    <a:p>
                      <a:pPr algn="l" defTabSz="685782"/>
                      <a:r>
                        <a:t>- Additional proxy latency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Images stored in cloud object storage are accessed globally. Without caching: high latency and egress costs.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We will use a CDN with multi-tier caching. Thumbnails and popular images cached at edge locations.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/>
                      <a:r>
                        <a:t>+ Faster load times worldwide</a:t>
                      </a:r>
                    </a:p>
                    <a:p>
                      <a:pPr algn="l" defTabSz="685782"/>
                      <a:r>
                        <a:t>+ Lower egress costs</a:t>
                      </a:r>
                    </a:p>
                    <a:p>
                      <a:pPr algn="l" defTabSz="685782"/>
                      <a:r>
                        <a:t>- Cache invalidation complexity</a:t>
                      </a:r>
                    </a:p>
                    <a:p>
                      <a:pPr algn="l" defTabSz="685782"/>
                      <a:r>
                        <a:t>- Additional CDN costs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70840"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The app processes personal data of EU users. Retroactive GDPR compliance is costly and risky.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>
                        <a:defRPr sz="1800"/>
                      </a:pPr>
                      <a:r>
                        <a:rPr sz="900"/>
                        <a:t>We will implement GDPR compliance from day one: consent management, soft-delete, data export API, EU data residency.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 defTabSz="685782"/>
                      <a:r>
                        <a:t>+ Legal compliance from the start</a:t>
                      </a:r>
                    </a:p>
                    <a:p>
                      <a:pPr algn="l" defTabSz="685782"/>
                      <a:r>
                        <a:t>+ User trust through transparency</a:t>
                      </a:r>
                    </a:p>
                    <a:p>
                      <a:pPr algn="l" defTabSz="685782"/>
                      <a:r>
                        <a:t>- Higher initial dev effort</a:t>
                      </a:r>
                    </a:p>
                    <a:p>
                      <a:pPr algn="l" defTabSz="685782"/>
                      <a:r>
                        <a:t>- Soft-delete adds query complexity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normAutofit fontScale="100000" lnSpcReduction="0"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00FF"/>
      </a:hlink>
      <a:folHlink>
        <a:srgbClr val="FF00FF"/>
      </a:folHlink>
    </a:clrScheme>
    <a:fontScheme name="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normAutofit fontScale="100000" lnSpcReduction="0"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